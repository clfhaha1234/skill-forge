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1.1/ Blue and Green hydrogen are two low-carbon production methods of H2 with the highest future potential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0"/>
          </a:xfrm>
          <a:prstGeom prst="line">
            <a:avLst/>
          </a:prstGeom>
          <a:noFill/>
          <a:ln w="25400">
            <a:solidFill>
              <a:srgbClr val="1B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383280" y="9601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Low-carbon H2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858000" y="960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   CO2 emissions</a:t>
            </a:r>
            <a:endParaRPr lang="en-US" sz="650" dirty="0"/>
          </a:p>
          <a:p>
            <a:pPr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kg CO2 per kgH2 produced</a:t>
            </a:r>
            <a:endParaRPr lang="en-US" sz="6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52144"/>
          <a:ext cx="8229600" cy="256032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850" dirty="0"/>
                    </a:p>
                  </a:txBody>
                  <a:tcPr marL="91440" marR="91440" marT="45720" marB="45720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33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Split¹ natural gas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into H2 and CO2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 to Grey but additionally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capture, potentially use, and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CO2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 water into H2 and O2 in an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that is powered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by renewables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emissions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kg CO2/kgH2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~1-3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CO2 stored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Assuming Green electricity mix²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 complexity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scale, one-off facilities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Requiring triple-digit million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 CAPEX per facility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 scale and one-off facilities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Requiring triple-digit mn EUR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CAPEX per facility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Small-scale (5-10MW) facilities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that can be replicated³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Single/double-digit mn EUR CAPEX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facility, expecting 50-70%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reduction until 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EPC duration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3-5 years EPC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5-10+ years EPC duration,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contingent upon development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 CO2 storage site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1-3 years EPC duration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link to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sector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38404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Process: Sulfur Removal, Synthesis Gas Production via Steam-Methane Reforming (SMR) or Auto-Thermal Reforming (ATR), CO Shift Reaction,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Purification. The latter is expected to offer higher efficiencies in combination with CCS. Grey hydrogen can also be produced from coal gasification.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 Australia, producing hydrogen from electrolyzers that run on grid electricity would lead to an emission intensity of ~40 kgCO2/kgH2.</a:t>
            </a:r>
            <a:endParaRPr lang="en-US" sz="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6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Especially PEM electrolyzers can be largely pre-assembled, containerized, and stacked.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470916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   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Hydrogen Production Comparison</dc:title>
  <dc:subject>PptxGenJS Presentation</dc:subject>
  <dc:creator>Skill-Forge</dc:creator>
  <cp:lastModifiedBy>Skill-Forge</cp:lastModifiedBy>
  <cp:revision>1</cp:revision>
  <dcterms:created xsi:type="dcterms:W3CDTF">2026-03-08T01:12:11Z</dcterms:created>
  <dcterms:modified xsi:type="dcterms:W3CDTF">2026-03-08T01:12:11Z</dcterms:modified>
</cp:coreProperties>
</file>