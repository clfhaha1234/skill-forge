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Netherlands aims to become Europe's green hydrogen hub, scaling from 500 MW to 3–4 GW by 2030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National Hydrogen Strategy timeline and key metrics (2020–2035)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768096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37160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Hydrogen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published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30552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0" name="Text 8"/>
          <p:cNvSpPr/>
          <p:nvPr/>
        </p:nvSpPr>
        <p:spPr>
          <a:xfrm>
            <a:off x="2130552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73352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REPowerEU plan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ambitions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66744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9544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green H2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operational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02936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6" name="Text 14"/>
          <p:cNvSpPr/>
          <p:nvPr/>
        </p:nvSpPr>
        <p:spPr>
          <a:xfrm>
            <a:off x="5202936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45736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HyNetwork backbone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39128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281928" y="1737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phase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75320" y="2240280"/>
            <a:ext cx="274320" cy="27432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818120" y="26060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hydrogen corridor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Capacity (GW)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H2 Cost (€/kg)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5.0–6.0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3.5–4.0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2.5–3.0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2.0–2.5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Production (kt/yr)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Capacity and cost projections based on Dutch Government targets and IEA estimates; actual figures may vary depending on policy and market conditions.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57200" y="5257800"/>
            <a:ext cx="8229600" cy="0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5303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National Hydrogen Strategy; REPowerEU; McKinsey Energy Insights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00800" y="5303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</dc:title>
  <dc:subject>PptxGenJS Presentation</dc:subject>
  <dc:creator>McKinsey &amp; Company</dc:creator>
  <cp:lastModifiedBy>McKinsey &amp; Company</cp:lastModifiedBy>
  <cp:revision>1</cp:revision>
  <dcterms:created xsi:type="dcterms:W3CDTF">2026-03-07T23:49:15Z</dcterms:created>
  <dcterms:modified xsi:type="dcterms:W3CDTF">2026-03-07T23:49:15Z</dcterms:modified>
</cp:coreProperties>
</file>