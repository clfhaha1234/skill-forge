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Blue and Green hydrogen are two low-carbon production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 of H2 with the highest future potential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2004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Low-carbon H2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301752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Split¹ natural gas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into H2 and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to Grey but additionally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capture, potentially use, and store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water into H2 and O2 in 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electrolyzer powered by renewables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 emissions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(kg CO2/kgH2)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~1-3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(most CO2 stored)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(assuming green electricity mix²)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complexity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scale, one-off facilities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Requiring triple-digit million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CAPEX per facility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scale and one-off facilities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Requiring triple-digit mn EUR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per facility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Small-scale (5-10MW) facilities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that can be replicated³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Single/double-digit mn EUR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 years EPC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5-10+ years EPC duration,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contingent upon development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 CO2 storage 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 years EPC duration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link 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sector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262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Process: Sulfur Removal, Synthesis Gas Production via Steam-Methane Reforming (SMR) or Auto-Thermal Reforming (ATR), CO Shift Reaction, Purification.</a:t>
            </a:r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Australia, producing hydrogen from electrolyzers that run on grid electricity would lead to an emission intensity of ~40 kgCO2/kgH2.</a:t>
            </a:r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 PEM electrolyzers can be largely pre-assembled, containerized, and stacked.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457200" y="4892040"/>
            <a:ext cx="8229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0" y="4919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&amp; Company    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Hydrogen Production Comparison</dc:title>
  <dc:subject>PptxGenJS Presentation</dc:subject>
  <dc:creator>Skill-Forge</dc:creator>
  <cp:lastModifiedBy>Skill-Forge</cp:lastModifiedBy>
  <cp:revision>1</cp:revision>
  <dcterms:created xsi:type="dcterms:W3CDTF">2026-03-08T01:01:54Z</dcterms:created>
  <dcterms:modified xsi:type="dcterms:W3CDTF">2026-03-08T01:01:54Z</dcterms:modified>
</cp:coreProperties>
</file>