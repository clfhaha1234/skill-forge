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1.1/ Blue H2 is cheaper today, but Green H2 is the 'new solar' with costs decreasing rapidly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H2 demand and production costs¹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051560"/>
            <a:ext cx="137160" cy="137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10515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Least-cost option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589520" y="1051560"/>
            <a:ext cx="13716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0515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least-cost option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35024"/>
          <a:ext cx="8229600" cy="164592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1371600"/>
                <a:gridCol w="1097280"/>
                <a:gridCol w="1005840"/>
                <a:gridCol w="1005840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 p.a.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 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 p.a. (Share 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Blue+Green 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 p.a.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 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$/kg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$/kg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$/kg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(100%)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~1.0-2.5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~1.5-3.0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73+X (&gt;70%)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~1.0-2.5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~1.5-3.0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73+/-X (&lt;20%)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hydrogen cost trajectory follows a similar pattern to solar PV, which saw an 89% cost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between 2010-2020. Key drivers include falling electrolyzer costs, increasing renewable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availability, and scaling of manufacturing capacity.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Estimates by Hydrogen Council; Grey H2 production costs assuming natural gas prices of $4-$8/mmBtu; Blue H2 costs assuming Grey costs + $0.5/kg;</a:t>
            </a:r>
            <a:endParaRPr lang="en-US" sz="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Green H2 costs assuming IRENA database weighted average solar PV costs (auctions and PPAs) in 2020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4709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  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H2 Demand and Production Costs</dc:title>
  <dc:subject>PptxGenJS Presentation</dc:subject>
  <dc:creator>Skill-Forge</dc:creator>
  <cp:lastModifiedBy>Skill-Forge</cp:lastModifiedBy>
  <cp:revision>1</cp:revision>
  <dcterms:created xsi:type="dcterms:W3CDTF">2026-03-08T01:08:38Z</dcterms:created>
  <dcterms:modified xsi:type="dcterms:W3CDTF">2026-03-08T01:08:38Z</dcterms:modified>
</cp:coreProperties>
</file>