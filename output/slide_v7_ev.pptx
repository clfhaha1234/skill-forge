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1.2/ China leads the global EV transition with 60% market share,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Europe and the US are closing the gap rapidly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4183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market comparison by region, 2024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52144"/>
          <a:ext cx="8412480" cy="2697480"/>
        </p:xfrm>
        <a:graphic>
          <a:graphicData uri="http://schemas.openxmlformats.org/drawingml/2006/table">
            <a:tbl>
              <a:tblPr/>
              <a:tblGrid>
                <a:gridCol w="1097280"/>
                <a:gridCol w="2423160"/>
                <a:gridCol w="242316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size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~8.1M units sold (+25% YoY)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~3.2M units sold (+18% YoY)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~1.8M units sold (+35% YoY)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share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new sales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 of all new car sales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~24% of all new car sales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 of all new car sales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players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BYD, NIO, XPeng,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Auto, Tesla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 Group, Stellantis,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BMW, Mercedes, Tesla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Tesla, GM, Ford,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Hyundai, Rivian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 credit system;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tax breaks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CO2 fleet targets;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subsidies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 IRA tax credit;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state-level incentives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~2.7M public chargers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(global leader)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~630K public chargers;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highway mandate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~180K public chargers;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NEVI program $7.5B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Dominant; shifting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and next-gen tech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 growth driven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regulatory pressure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trajectory; IRA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driving domestic mfg.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319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IEA Global EV Outlook 2024; McKinsey Center for Future Mobility; BloombergNEF EV Market Tracker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Market Comparison</dc:title>
  <dc:subject>PptxGenJS Presentation</dc:subject>
  <dc:creator>Skill-Forge</dc:creator>
  <cp:lastModifiedBy>Skill-Forge</cp:lastModifiedBy>
  <cp:revision>1</cp:revision>
  <dcterms:created xsi:type="dcterms:W3CDTF">2026-03-08T01:29:08Z</dcterms:created>
  <dcterms:modified xsi:type="dcterms:W3CDTF">2026-03-08T01:29:08Z</dcterms:modified>
</cp:coreProperties>
</file>