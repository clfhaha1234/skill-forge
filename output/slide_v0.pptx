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Dutch Hydrogen Strategy (2020–2035)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McKinsey &amp; Company  |  Timeline Overview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731520" y="2560320"/>
            <a:ext cx="7680960" cy="0"/>
          </a:xfrm>
          <a:prstGeom prst="line">
            <a:avLst/>
          </a:prstGeom>
          <a:noFill/>
          <a:ln w="31750">
            <a:solidFill>
              <a:srgbClr val="02809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2414016"/>
            <a:ext cx="292608" cy="292608"/>
          </a:xfrm>
          <a:prstGeom prst="ellipse">
            <a:avLst/>
          </a:prstGeom>
          <a:solidFill>
            <a:srgbClr val="028090"/>
          </a:solidFill>
          <a:ln w="19050">
            <a:solidFill>
              <a:srgbClr val="02C39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8745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2020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" y="2834640"/>
            <a:ext cx="1280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Hydrogen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published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121408" y="2414016"/>
            <a:ext cx="292608" cy="292608"/>
          </a:xfrm>
          <a:prstGeom prst="ellipse">
            <a:avLst/>
          </a:prstGeom>
          <a:solidFill>
            <a:srgbClr val="028090"/>
          </a:solidFill>
          <a:ln w="19050">
            <a:solidFill>
              <a:srgbClr val="02C39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810512" y="18745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627632" y="2834640"/>
            <a:ext cx="1280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REPowerEU plan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accelerates ambitions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57600" y="2414016"/>
            <a:ext cx="292608" cy="292608"/>
          </a:xfrm>
          <a:prstGeom prst="ellipse">
            <a:avLst/>
          </a:prstGeom>
          <a:solidFill>
            <a:srgbClr val="028090"/>
          </a:solidFill>
          <a:ln w="19050">
            <a:solidFill>
              <a:srgbClr val="02C39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46704" y="18745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2025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163824" y="2834640"/>
            <a:ext cx="1280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green H2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hubs operational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193792" y="2414016"/>
            <a:ext cx="292608" cy="292608"/>
          </a:xfrm>
          <a:prstGeom prst="ellipse">
            <a:avLst/>
          </a:prstGeom>
          <a:solidFill>
            <a:srgbClr val="028090"/>
          </a:solidFill>
          <a:ln w="19050">
            <a:solidFill>
              <a:srgbClr val="02C39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82896" y="18745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2028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700016" y="2834640"/>
            <a:ext cx="1280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HyNetwork backbone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live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729984" y="2414016"/>
            <a:ext cx="292608" cy="292608"/>
          </a:xfrm>
          <a:prstGeom prst="ellipse">
            <a:avLst/>
          </a:prstGeom>
          <a:solidFill>
            <a:srgbClr val="028090"/>
          </a:solidFill>
          <a:ln w="19050">
            <a:solidFill>
              <a:srgbClr val="02C39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19088" y="18745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2030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236208" y="2834640"/>
            <a:ext cx="1280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Scale-up phase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266176" y="2414016"/>
            <a:ext cx="292608" cy="292608"/>
          </a:xfrm>
          <a:prstGeom prst="ellipse">
            <a:avLst/>
          </a:prstGeom>
          <a:solidFill>
            <a:srgbClr val="028090"/>
          </a:solidFill>
          <a:ln w="19050">
            <a:solidFill>
              <a:srgbClr val="02C39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0" y="18745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2035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772400" y="2834640"/>
            <a:ext cx="1280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hydrogen corridor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|  Dutch Hydrogen Strategy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Dutch Hydrogen Strategy 2020-2035</dc:title>
  <dc:subject>PptxGenJS Presentation</dc:subject>
  <dc:creator>Skill-Forge</dc:creator>
  <cp:lastModifiedBy>Skill-Forge</cp:lastModifiedBy>
  <cp:revision>1</cp:revision>
  <dcterms:created xsi:type="dcterms:W3CDTF">2026-03-07T23:33:47Z</dcterms:created>
  <dcterms:modified xsi:type="dcterms:W3CDTF">2026-03-07T23:33:47Z</dcterms:modified>
</cp:coreProperties>
</file>