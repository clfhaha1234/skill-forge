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Hydrogen Production Methods Comparison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Grey, Blue, and Green H2 — Key Characteristics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92608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Grey H2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H2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H2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natural gas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into H2 and CO2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to Grey but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and store CO2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water into H2 and O2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electrolysis (renewables)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 emissions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(kg CO2/kgH2)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(most CO2 stored)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(assuming green mix)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scale,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one-off facilities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scale,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one-off facilities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Small-scale (5-10MW),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replicable facilities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Triple-digit 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CAPEX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Triple-digit 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CAPEX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Single/double-digit 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CAPEX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years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5-10+ years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(CO2 storage dev.)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years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McKinsey Hydrogen Council analysis, 2020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Hydrogen Production Comparison</dc:title>
  <dc:subject>PptxGenJS Presentation</dc:subject>
  <dc:creator>Skill-Forge</dc:creator>
  <cp:lastModifiedBy>Skill-Forge</cp:lastModifiedBy>
  <cp:revision>1</cp:revision>
  <dcterms:created xsi:type="dcterms:W3CDTF">2026-03-08T01:00:21Z</dcterms:created>
  <dcterms:modified xsi:type="dcterms:W3CDTF">2026-03-08T01:00:21Z</dcterms:modified>
</cp:coreProperties>
</file>