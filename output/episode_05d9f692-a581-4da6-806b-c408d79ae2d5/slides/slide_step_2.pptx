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can cement its position as Europe's H₂ hub via four corridor milestones by 2035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1874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1874520" cy="6400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173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94767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68296" y="1943100"/>
            <a:ext cx="173736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78608" y="1325880"/>
            <a:ext cx="1874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78608" y="1325880"/>
            <a:ext cx="1874520" cy="6400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4173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51760" y="162763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Build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194767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9704" y="1943100"/>
            <a:ext cx="173736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0016" y="1325880"/>
            <a:ext cx="1874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0016" y="1325880"/>
            <a:ext cx="1874520" cy="6400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4173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73168" y="162763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194767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2027–2030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11112" y="1943100"/>
            <a:ext cx="173736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21424" y="1325880"/>
            <a:ext cx="18745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1424" y="1325880"/>
            <a:ext cx="1874520" cy="6400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1417320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94576" y="1627632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94576" y="194767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2031–2035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267004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H₂ Strategy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published; €0.5B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24328" y="267004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pilot corridors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launched; €2B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mobilised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45736" y="267004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GW electrolyzer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target; €8B invested;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jobs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67144" y="267004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export capacity;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€15B cumulative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value; 50,000 jobs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419856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529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Targets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31336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508760"/>
                <a:gridCol w="1783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 (actual)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2035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Electrolyzer capacity (GW)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7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investment (€B)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7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H₂ production (TWh)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7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jobs created (000s)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7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457200" y="6035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Dutch Ministry of Economic Affairs &amp; Climate Policy; IEA Hydrogen Review 2023; McKinsey analysis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630936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6400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029200" y="6400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2026-03-08T08:45:29Z</dcterms:created>
  <dcterms:modified xsi:type="dcterms:W3CDTF">2026-03-08T08:45:29Z</dcterms:modified>
</cp:coreProperties>
</file>