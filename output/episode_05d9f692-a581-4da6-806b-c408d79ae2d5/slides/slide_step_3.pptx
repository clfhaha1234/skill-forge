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hydrogen scale-up could deliver 10 GW capacity and €15B investment by 2035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1938528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938528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2020 – 2023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Foundation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901952"/>
            <a:ext cx="175564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Hydrogen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launched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€2B public funding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pilots enabled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51176" y="1325880"/>
            <a:ext cx="1938528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1176" y="1325880"/>
            <a:ext cx="1938528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1417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2024 –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42616" y="16276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Scale-Up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42616" y="1901952"/>
            <a:ext cx="175564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93852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Groningen H₂ valley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of Rotterdam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investment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GW target set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45152" y="1325880"/>
            <a:ext cx="1938528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1325880"/>
            <a:ext cx="1938528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417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2027 – 2030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36592" y="16276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Ramp-Up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36592" y="1901952"/>
            <a:ext cx="175564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93852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GW electrolyzer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deployed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 export corridors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Germany &amp; Belgium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€8B cumul. investment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39128" y="1325880"/>
            <a:ext cx="1938528" cy="15544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9128" y="1325880"/>
            <a:ext cx="1938528" cy="6400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14173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|  2031 – 2035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30568" y="162763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0568" y="1901952"/>
            <a:ext cx="1755648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193852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GW total capacity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becomes EU hub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green hydrogen</a:t>
            </a:r>
            <a:endParaRPr lang="en-US" sz="8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jobs created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95728" y="2103120"/>
            <a:ext cx="155448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41448" y="20116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489704" y="2103120"/>
            <a:ext cx="155448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20116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583680" y="2103120"/>
            <a:ext cx="155448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20116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2020–2023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2024–2026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2027–2030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2031–2035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capacity (GW)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investment (€B)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H₂ production (TWh/yr)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created (000s)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avoided (Mt/yr)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72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401568"/>
            <a:ext cx="8229600" cy="0"/>
          </a:xfrm>
          <a:prstGeom prst="line">
            <a:avLst/>
          </a:prstGeom>
          <a:noFill/>
          <a:ln w="25400">
            <a:solidFill>
              <a:srgbClr val="003A7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" y="3785616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" y="4169664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57200" y="4937760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57200" y="5321808"/>
            <a:ext cx="8229600" cy="0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27614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and targets by phase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57200" y="61722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Netherlands Enterprise Agency (RVO); Dutch Climate Agreement 2019; Ministry of Economic Affairs; McKinsey analysis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57200" y="630936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" y="6400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572000" y="6400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|   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 2020–2035</dc:title>
  <dc:subject>PptxGenJS Presentation</dc:subject>
  <dc:creator>McKinsey &amp; Company</dc:creator>
  <cp:lastModifiedBy>McKinsey &amp; Company</cp:lastModifiedBy>
  <cp:revision>1</cp:revision>
  <dcterms:created xsi:type="dcterms:W3CDTF">2026-03-08T08:54:51Z</dcterms:created>
  <dcterms:modified xsi:type="dcterms:W3CDTF">2026-03-08T08:54:51Z</dcterms:modified>
</cp:coreProperties>
</file>