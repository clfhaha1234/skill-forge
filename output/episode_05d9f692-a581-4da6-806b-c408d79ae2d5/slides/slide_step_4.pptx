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 H₂ strategy targets 10 GW capacity by 2035, making the Netherlands Europe's H₂ export hub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ROADMAP 2020–2035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92024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093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– 2023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929384"/>
            <a:ext cx="118872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96312" y="1572768"/>
            <a:ext cx="192024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9464" y="16093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Build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16552" y="1929384"/>
            <a:ext cx="118872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35424" y="1572768"/>
            <a:ext cx="192024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16093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003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– 2031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55664" y="1929384"/>
            <a:ext cx="118872" cy="0"/>
          </a:xfrm>
          <a:prstGeom prst="line">
            <a:avLst/>
          </a:prstGeom>
          <a:noFill/>
          <a:ln w="19050">
            <a:solidFill>
              <a:srgbClr val="003A7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74536" y="1572768"/>
            <a:ext cx="1920240" cy="713232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6093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</a:t>
            </a:r>
            <a:endParaRPr lang="en-US" sz="9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– 2035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GW  |  €750M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96312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GW  |  €3B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35424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GW  |  €8B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74536" y="2377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GW  |  €15B</a:t>
            </a:r>
            <a:endParaRPr lang="en-US" sz="9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– 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– 2027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 – 2031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 Capacity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GW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GW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GW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Cumul. Investment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€750M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Jobs Created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Infra Milestone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H₂ Strategy published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H₂ backbone 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corridors 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57200" y="2788920"/>
            <a:ext cx="8229600" cy="0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136392"/>
            <a:ext cx="8229600" cy="0"/>
          </a:xfrm>
          <a:prstGeom prst="line">
            <a:avLst/>
          </a:prstGeom>
          <a:noFill/>
          <a:ln w="25400">
            <a:solidFill>
              <a:srgbClr val="003A7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3483864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57200" y="3831336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4178808"/>
            <a:ext cx="82296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4526280"/>
            <a:ext cx="8229600" cy="0"/>
          </a:xfrm>
          <a:prstGeom prst="line">
            <a:avLst/>
          </a:prstGeom>
          <a:noFill/>
          <a:ln w="12700">
            <a:solidFill>
              <a:srgbClr val="003A7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4919472"/>
            <a:ext cx="19385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4919472"/>
            <a:ext cx="54864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" y="4956048"/>
            <a:ext cx="1773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 CAPACITY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66928" y="5093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GW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66928" y="536752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hydrogen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514600" y="4919472"/>
            <a:ext cx="19385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14600" y="4919472"/>
            <a:ext cx="54864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24328" y="4956048"/>
            <a:ext cx="1773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624328" y="5093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€15B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2624328" y="536752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4572000" y="4919472"/>
            <a:ext cx="19385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572000" y="4919472"/>
            <a:ext cx="54864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81728" y="4956048"/>
            <a:ext cx="1773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681728" y="5093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4681728" y="536752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green jobs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629400" y="4919472"/>
            <a:ext cx="19385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629400" y="4919472"/>
            <a:ext cx="54864" cy="658368"/>
          </a:xfrm>
          <a:prstGeom prst="rect">
            <a:avLst/>
          </a:prstGeom>
          <a:solidFill>
            <a:srgbClr val="003A70"/>
          </a:solidFill>
          <a:ln w="12700">
            <a:solidFill>
              <a:srgbClr val="003A7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39128" y="4956048"/>
            <a:ext cx="1773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H₂ EXPORT SHARE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739128" y="50932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2000" dirty="0"/>
          </a:p>
        </p:txBody>
      </p:sp>
      <p:sp>
        <p:nvSpPr>
          <p:cNvPr id="46" name="Text 43"/>
          <p:cNvSpPr/>
          <p:nvPr/>
        </p:nvSpPr>
        <p:spPr>
          <a:xfrm>
            <a:off x="6739128" y="536752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 supply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57200" y="61722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Ministry of Economic Affairs; IEA Hydrogen Review 2023; McKinsey analysis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457200" y="6309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7200" y="6373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029200" y="63733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2026-03-08T08:59:59Z</dcterms:created>
  <dcterms:modified xsi:type="dcterms:W3CDTF">2026-03-08T08:59:59Z</dcterms:modified>
</cp:coreProperties>
</file>