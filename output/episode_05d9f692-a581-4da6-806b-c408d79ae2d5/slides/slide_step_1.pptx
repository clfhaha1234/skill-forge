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accelerated investment waves can position the Netherlands as Europe's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hydrogen hub, unlocking €45B in economic value by 2035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33272"/>
            <a:ext cx="8229600" cy="9144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926080"/>
            <a:ext cx="795528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24912"/>
            <a:ext cx="2148840" cy="40233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7249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·  2020–2023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042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157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Hydrogen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published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2763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8780" y="292608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" y="342900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 seed funding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R&amp;D clusters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6484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0599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875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Sea offshore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initiated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2724912"/>
            <a:ext cx="2148840" cy="402336"/>
          </a:xfrm>
          <a:prstGeom prst="rect">
            <a:avLst/>
          </a:prstGeom>
          <a:solidFill>
            <a:srgbClr val="EAF2FB"/>
          </a:solidFill>
          <a:ln w="9525">
            <a:solidFill>
              <a:srgbClr val="A8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7249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 ·  2024–2027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7642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7570" y="292608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0330" y="342900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GW electrolyzer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online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1363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478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754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 H₂ 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5084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1990" y="292608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4750" y="342900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€2B public–private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secured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2724912"/>
            <a:ext cx="2148840" cy="402336"/>
          </a:xfrm>
          <a:prstGeom prst="rect">
            <a:avLst/>
          </a:prstGeom>
          <a:solidFill>
            <a:srgbClr val="D0E8F8"/>
          </a:solidFill>
          <a:ln w="9525">
            <a:solidFill>
              <a:srgbClr val="5B9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7249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 ·  2028–2031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242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0357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633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GW target reached;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pipelines live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0780" y="292608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3540" y="342900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import-dependency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achieved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684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7799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075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new 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52360" y="2724912"/>
            <a:ext cx="1097280" cy="402336"/>
          </a:xfrm>
          <a:prstGeom prst="rect">
            <a:avLst/>
          </a:prstGeom>
          <a:solidFill>
            <a:srgbClr val="003A70"/>
          </a:solidFill>
          <a:ln w="9525">
            <a:solidFill>
              <a:srgbClr val="003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2724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 ·  2032–2035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697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292608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342900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#1 H₂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42732" y="2884932"/>
            <a:ext cx="82296" cy="8229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2423160"/>
            <a:ext cx="0" cy="502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1874520"/>
            <a:ext cx="1554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€45B cumulative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unlocked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360" y="3127248"/>
            <a:ext cx="0" cy="109728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2644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880360" y="3127248"/>
            <a:ext cx="0" cy="109728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79192" y="32644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166360" y="3127248"/>
            <a:ext cx="0" cy="109728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2644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52360" y="3127248"/>
            <a:ext cx="0" cy="109728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51192" y="32644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549640" y="3127248"/>
            <a:ext cx="0" cy="109728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8472" y="32644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94360" y="4160520"/>
            <a:ext cx="36576" cy="64008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€45B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04088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880360" y="4160520"/>
            <a:ext cx="36576" cy="64008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90088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GW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2990088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electrolyzer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by 2031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166360" y="4160520"/>
            <a:ext cx="36576" cy="64008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76088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276088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78040" y="4160520"/>
            <a:ext cx="36576" cy="64008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87768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287768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57200" y="46817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Ministry of Economic Affairs &amp; Climate Policy; IEA Hydrogen Review 2023; McKinsey analysis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882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029200" y="4882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Timeline</dc:title>
  <dc:subject>PptxGenJS Presentation</dc:subject>
  <dc:creator>PptxGenJS</dc:creator>
  <cp:lastModifiedBy>PptxGenJS</cp:lastModifiedBy>
  <cp:revision>1</cp:revision>
  <dcterms:created xsi:type="dcterms:W3CDTF">2026-03-08T08:37:10Z</dcterms:created>
  <dcterms:modified xsi:type="dcterms:W3CDTF">2026-03-08T08:37:10Z</dcterms:modified>
</cp:coreProperties>
</file>