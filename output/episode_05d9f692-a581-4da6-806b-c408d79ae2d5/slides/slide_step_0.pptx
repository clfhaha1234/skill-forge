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Dutch Hydrogen Strategy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– 2035  |  McKinsey Strategy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92240" y="118872"/>
            <a:ext cx="804672" cy="850392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128016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GW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92240" y="45720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Electrolysis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379208" y="118872"/>
            <a:ext cx="804672" cy="850392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79208" y="128016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€ 15B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79208" y="45720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invest.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8266176" y="118872"/>
            <a:ext cx="804672" cy="850392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6176" y="128016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 Mt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66176" y="45720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H₂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2030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7200" y="1060704"/>
            <a:ext cx="8229600" cy="0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788920"/>
            <a:ext cx="8193024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13648" y="2743200"/>
            <a:ext cx="128016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" y="2688336"/>
            <a:ext cx="201168" cy="201168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12E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2688336"/>
            <a:ext cx="0" cy="-256032"/>
          </a:xfrm>
          <a:prstGeom prst="line">
            <a:avLst/>
          </a:prstGeom>
          <a:noFill/>
          <a:ln w="1524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-82296" y="1042416"/>
            <a:ext cx="1115568" cy="1389888"/>
          </a:xfrm>
          <a:prstGeom prst="rect">
            <a:avLst/>
          </a:prstGeom>
          <a:solidFill>
            <a:srgbClr val="023B4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-82296" y="1042416"/>
            <a:ext cx="1115568" cy="411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-82296" y="108356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-27432" y="133502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Hydrogen Vision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-27432" y="175564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launches 'The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Netherlands: Hydrogen country'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strategy. First H₂ corridors defined.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740408" y="2688336"/>
            <a:ext cx="201168" cy="201168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12E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40992" y="2889504"/>
            <a:ext cx="0" cy="256032"/>
          </a:xfrm>
          <a:prstGeom prst="line">
            <a:avLst/>
          </a:prstGeom>
          <a:noFill/>
          <a:ln w="1524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83208" y="3145536"/>
            <a:ext cx="1115568" cy="1389888"/>
          </a:xfrm>
          <a:prstGeom prst="rect">
            <a:avLst/>
          </a:prstGeom>
          <a:solidFill>
            <a:srgbClr val="023B4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283208" y="3145536"/>
            <a:ext cx="1115568" cy="411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3208" y="318668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38072" y="343814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HyWay 27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Plan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38072" y="385876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hydrogen backbone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network concept (1,200 km)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announced by Gasunie.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105912" y="2688336"/>
            <a:ext cx="201168" cy="201168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12E3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6496" y="2688336"/>
            <a:ext cx="0" cy="-256032"/>
          </a:xfrm>
          <a:prstGeom prst="line">
            <a:avLst/>
          </a:prstGeom>
          <a:noFill/>
          <a:ln w="15240">
            <a:solidFill>
              <a:srgbClr val="02C3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48712" y="1042416"/>
            <a:ext cx="1115568" cy="1389888"/>
          </a:xfrm>
          <a:prstGeom prst="rect">
            <a:avLst/>
          </a:prstGeom>
          <a:solidFill>
            <a:srgbClr val="023B4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648712" y="1042416"/>
            <a:ext cx="1115568" cy="411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48712" y="108356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703576" y="133502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Hydrogen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 Launch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03576" y="175564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 first recipient of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hydrogen auction grants.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partnerships signed.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471416" y="2688336"/>
            <a:ext cx="201168" cy="201168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12E3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2889504"/>
            <a:ext cx="0" cy="256032"/>
          </a:xfrm>
          <a:prstGeom prst="line">
            <a:avLst/>
          </a:prstGeom>
          <a:noFill/>
          <a:ln w="15240">
            <a:solidFill>
              <a:srgbClr val="02C39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14216" y="3145536"/>
            <a:ext cx="1115568" cy="1389888"/>
          </a:xfrm>
          <a:prstGeom prst="rect">
            <a:avLst/>
          </a:prstGeom>
          <a:solidFill>
            <a:srgbClr val="023B4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014216" y="3145536"/>
            <a:ext cx="1115568" cy="411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14216" y="318668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069080" y="343814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GW Offshore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Electrolysis Target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069080" y="385876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NortH2 &amp; HollandseKust projects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online. First large-scale green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 production begins.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836920" y="2688336"/>
            <a:ext cx="201168" cy="201168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12E3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37504" y="2688336"/>
            <a:ext cx="0" cy="-256032"/>
          </a:xfrm>
          <a:prstGeom prst="line">
            <a:avLst/>
          </a:prstGeom>
          <a:noFill/>
          <a:ln w="15240">
            <a:solidFill>
              <a:srgbClr val="02C39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79720" y="1042416"/>
            <a:ext cx="1115568" cy="1389888"/>
          </a:xfrm>
          <a:prstGeom prst="rect">
            <a:avLst/>
          </a:prstGeom>
          <a:solidFill>
            <a:srgbClr val="023B4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379720" y="1042416"/>
            <a:ext cx="1115568" cy="411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79720" y="108356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34584" y="133502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Delta Rhine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Corridor Active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34584" y="175564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 pipeline linking Rotterdam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to Ruhr (Germany) fully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operational.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7202424" y="2688336"/>
            <a:ext cx="201168" cy="201168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12E3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03008" y="2889504"/>
            <a:ext cx="0" cy="256032"/>
          </a:xfrm>
          <a:prstGeom prst="line">
            <a:avLst/>
          </a:prstGeom>
          <a:noFill/>
          <a:ln w="15240">
            <a:solidFill>
              <a:srgbClr val="02C39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45224" y="3145536"/>
            <a:ext cx="1115568" cy="1389888"/>
          </a:xfrm>
          <a:prstGeom prst="rect">
            <a:avLst/>
          </a:prstGeom>
          <a:solidFill>
            <a:srgbClr val="023B4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745224" y="3145536"/>
            <a:ext cx="1115568" cy="411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45224" y="318668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2030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800088" y="343814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Decarbonization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800088" y="385876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Steel, fertilizer &amp; refinery sectors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green hydrogen.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Mt/yr domestic production.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8567928" y="2688336"/>
            <a:ext cx="201168" cy="201168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12E3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68512" y="2688336"/>
            <a:ext cx="0" cy="-256032"/>
          </a:xfrm>
          <a:prstGeom prst="line">
            <a:avLst/>
          </a:prstGeom>
          <a:noFill/>
          <a:ln w="15240">
            <a:solidFill>
              <a:srgbClr val="02C39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110728" y="1042416"/>
            <a:ext cx="1115568" cy="1389888"/>
          </a:xfrm>
          <a:prstGeom prst="rect">
            <a:avLst/>
          </a:prstGeom>
          <a:solidFill>
            <a:srgbClr val="023B4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110728" y="1042416"/>
            <a:ext cx="1115568" cy="411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10728" y="108356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2035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8165592" y="133502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Net-Zero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Hub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165592" y="175564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Rotterdam: premier green H₂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&amp; export hub in Europe.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2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supply-chain integration.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A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Dutch Ministry of Economic Affairs &amp; Climate Policy; Gasunie; IEA Hydrogen Review 2023; NortH2 Project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Dutch Hydrogen Strategy 2020–2035</dc:title>
  <dc:subject>PptxGenJS Presentation</dc:subject>
  <dc:creator>PptxGenJS</dc:creator>
  <cp:lastModifiedBy>PptxGenJS</cp:lastModifiedBy>
  <cp:revision>1</cp:revision>
  <dcterms:created xsi:type="dcterms:W3CDTF">2026-03-08T08:32:59Z</dcterms:created>
  <dcterms:modified xsi:type="dcterms:W3CDTF">2026-03-08T08:32:59Z</dcterms:modified>
</cp:coreProperties>
</file>