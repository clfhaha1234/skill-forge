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1.1/ China leads the global EV transition with 60% market share,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Europe and the US are closing the gap rapidly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market comparison by region, 2024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0"/>
          </a:xfrm>
          <a:prstGeom prst="line">
            <a:avLst/>
          </a:prstGeom>
          <a:noFill/>
          <a:ln w="25400">
            <a:solidFill>
              <a:srgbClr val="1B3A5C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52144"/>
          <a:ext cx="8229600" cy="2926080"/>
        </p:xfrm>
        <a:graphic>
          <a:graphicData uri="http://schemas.openxmlformats.org/drawingml/2006/table">
            <a:tbl>
              <a:tblPr/>
              <a:tblGrid>
                <a:gridCol w="1280160"/>
                <a:gridCol w="2331720"/>
                <a:gridCol w="2331720"/>
                <a:gridCol w="2331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~8.1M units sold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(+25% YoY)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~3.2M units sold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(+18% YoY)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~1.8M units sold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(+35% YoY)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share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 new sales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~45% of all new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 sales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~24% of all new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 sales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~10% of all new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 sales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players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BYD, NIO, XPeng,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Auto, Tesla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Group, Stellantis,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BMW, Mercedes, Tesla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Tesla, GM, Ford,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Hyundai, Rivian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incentives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subsidies phasing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out; NEV credit system;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tax breaks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CO2 fleet targets;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subsidies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(varies by country)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 IRA tax credit;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state-level incentives;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infrastructure funds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~2.7M public chargers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(global leader);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Grid investment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~630K public chargers;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mandate for highway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every 60 km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~180K public chargers;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NEVI program $7.5B;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lagging vs China/EU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outlook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position; 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shifting to exports 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next-gen battery tech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Steady growth; regulatory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maintains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growth trajectory;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 driving domestic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manufacturing expansion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160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IEA Global EV Outlook 2024; McKinsey Center for Future Mobility; BloombergNEF EV Market Tracker</a:t>
            </a:r>
            <a:endParaRPr lang="en-US" sz="650" dirty="0"/>
          </a:p>
        </p:txBody>
      </p:sp>
      <p:sp>
        <p:nvSpPr>
          <p:cNvPr id="8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4736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    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Market Comparison</dc:title>
  <dc:subject>PptxGenJS Presentation</dc:subject>
  <dc:creator>Skill-Forge</dc:creator>
  <cp:lastModifiedBy>Skill-Forge</cp:lastModifiedBy>
  <cp:revision>1</cp:revision>
  <dcterms:created xsi:type="dcterms:W3CDTF">2026-03-08T01:06:39Z</dcterms:created>
  <dcterms:modified xsi:type="dcterms:W3CDTF">2026-03-08T01:06:39Z</dcterms:modified>
</cp:coreProperties>
</file>