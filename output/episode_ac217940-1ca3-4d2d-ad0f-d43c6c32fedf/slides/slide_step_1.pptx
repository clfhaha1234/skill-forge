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Netherlands' hydrogen strategy targets 3–4 GW of electrolyzer capacity by 2030, but requires €15B+ in infrastructure investment to close the current funding gap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11274552" cy="0"/>
          </a:xfrm>
          <a:prstGeom prst="line">
            <a:avLst/>
          </a:prstGeom>
          <a:noFill/>
          <a:ln w="9525">
            <a:solidFill>
              <a:srgbClr val="8C9D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3502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milestones, investment targets, and policy commitments — 2020 to 2035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664208"/>
          <a:ext cx="10561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3657600"/>
                <a:gridCol w="1645920"/>
                <a:gridCol w="1463040"/>
                <a:gridCol w="1600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Milestones &amp; Commitments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(€B)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A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Hydrogen Strategy published; HyWay 27 backbone study launched; initial SDE++ subsidy rounds opened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Scale-Up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2022–2023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Rhine Corridor EIA approved; NortH2 offshore wind-to-H₂ concept advanced; H-vision industrial cluster pilots initiated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Rollout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electrolyzer gigafactories commissioned; EU Hydrogen Bank auctions fund Dutch projects; Porthos CCS corridor enables blue H₂ bridge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In Progress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HyWay 27 backbone (1,200 km) operational; import terminals at Rotterdam &amp; Amsterdam live; H₂ price target &lt;€3/kg achieved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In Progress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Climate Agreement target: 3–4 GW domestic + 4 GW offshore; cost parity with grey H₂ (€2/kg); EU REPowerEU demand node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At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92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2031–2035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Rotterdam positioned as NW Europe H₂ import hub; 10 Mt/yr import capacity; Dutch firms export H₂ technology globally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4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~25.0+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Planned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" y="4983480"/>
            <a:ext cx="10561320" cy="594360"/>
          </a:xfrm>
          <a:prstGeom prst="rect">
            <a:avLst/>
          </a:prstGeom>
          <a:solidFill>
            <a:srgbClr val="D6E4F0"/>
          </a:solidFill>
          <a:ln w="6350">
            <a:solidFill>
              <a:srgbClr val="8C9D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5001768"/>
            <a:ext cx="10378440" cy="5577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9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Current committed funding (~€6.5B) covers only ~43% of the €15B needed by 2030 — a €8.5B gap that requires accelerated EU co-funding, private capital mobilisation, and SDE++ expansion to avoid target slippage.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687568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National Hydrogen Programme, 2024; IEA Hydrogen Review, 2024; European Commission REPowerEU Plan, 2023; Netherlands Enterprise Agency (RVO)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5925312"/>
            <a:ext cx="11274552" cy="0"/>
          </a:xfrm>
          <a:prstGeom prst="line">
            <a:avLst/>
          </a:prstGeom>
          <a:noFill/>
          <a:ln w="6350">
            <a:solidFill>
              <a:srgbClr val="8C9D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989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0" y="598932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4552" y="5989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2026-03-08T09:12:08Z</dcterms:created>
  <dcterms:modified xsi:type="dcterms:W3CDTF">2026-03-08T09:12:08Z</dcterms:modified>
</cp:coreProperties>
</file>