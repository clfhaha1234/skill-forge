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22960"/>
          </a:xfrm>
          <a:prstGeom prst="rect">
            <a:avLst/>
          </a:prstGeom>
          <a:solidFill>
            <a:srgbClr val="042E3A"/>
          </a:solidFill>
          <a:ln w="12700">
            <a:solidFill>
              <a:srgbClr val="042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Dutch Hydrogen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Roadmap  |  2020 – 2035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0" y="182880"/>
            <a:ext cx="14173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82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994660"/>
            <a:ext cx="8046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953512"/>
            <a:ext cx="182880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005840"/>
            <a:ext cx="3291840" cy="196596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54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51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005840"/>
            <a:ext cx="3108960" cy="196596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54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051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SCALE-UP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1005840"/>
            <a:ext cx="1645920" cy="1965960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54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10515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MATURITY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" y="2889504"/>
            <a:ext cx="256032" cy="256032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31D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" y="2340864"/>
            <a:ext cx="18288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82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-45720" y="1627632"/>
            <a:ext cx="1371600" cy="713232"/>
          </a:xfrm>
          <a:prstGeom prst="rect">
            <a:avLst/>
          </a:prstGeom>
          <a:solidFill>
            <a:srgbClr val="042E3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16733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Strategy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MW electrolyzer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20824" y="2889504"/>
            <a:ext cx="256032" cy="256032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31D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9696" y="3145536"/>
            <a:ext cx="18288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2633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63040" y="3767328"/>
            <a:ext cx="1371600" cy="713232"/>
          </a:xfrm>
          <a:prstGeom prst="rect">
            <a:avLst/>
          </a:prstGeom>
          <a:solidFill>
            <a:srgbClr val="042E3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8130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Porthos CCS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Investment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4151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Rotterdam CO₂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launched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83864" y="2889504"/>
            <a:ext cx="256032" cy="25603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31D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02736" y="2340864"/>
            <a:ext cx="18288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182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1627632"/>
            <a:ext cx="1371600" cy="713232"/>
          </a:xfrm>
          <a:prstGeom prst="rect">
            <a:avLst/>
          </a:prstGeom>
          <a:solidFill>
            <a:srgbClr val="042E3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16733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HyTransPort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7180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pipeline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confirmed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92624" y="2889504"/>
            <a:ext cx="256032" cy="25603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31D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11496" y="3145536"/>
            <a:ext cx="18288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633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34840" y="3767328"/>
            <a:ext cx="1371600" cy="713232"/>
          </a:xfrm>
          <a:prstGeom prst="rect">
            <a:avLst/>
          </a:prstGeom>
          <a:solidFill>
            <a:srgbClr val="042E3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38130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GW Electrolyzer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80560" y="4151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Sea offshore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+ H₂ coupling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01384" y="2889504"/>
            <a:ext cx="256032" cy="256032"/>
          </a:xfrm>
          <a:prstGeom prst="ellipse">
            <a:avLst/>
          </a:prstGeom>
          <a:solidFill>
            <a:srgbClr val="F4C430"/>
          </a:solidFill>
          <a:ln w="25400">
            <a:solidFill>
              <a:srgbClr val="031D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0256" y="2340864"/>
            <a:ext cx="18288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3182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0" y="1627632"/>
            <a:ext cx="1371600" cy="713232"/>
          </a:xfrm>
          <a:prstGeom prst="rect">
            <a:avLst/>
          </a:prstGeom>
          <a:solidFill>
            <a:srgbClr val="042E3A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16733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Hydrogen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Target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8932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Mt/yr import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ambition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238744" y="2889504"/>
            <a:ext cx="256032" cy="256032"/>
          </a:xfrm>
          <a:prstGeom prst="ellipse">
            <a:avLst/>
          </a:prstGeom>
          <a:solidFill>
            <a:srgbClr val="F4C430"/>
          </a:solidFill>
          <a:ln w="25400">
            <a:solidFill>
              <a:srgbClr val="031D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57616" y="3145536"/>
            <a:ext cx="18288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2633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680960" y="3767328"/>
            <a:ext cx="1371600" cy="713232"/>
          </a:xfrm>
          <a:prstGeom prst="rect">
            <a:avLst/>
          </a:prstGeom>
          <a:solidFill>
            <a:srgbClr val="042E3A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26680" y="38130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26680" y="4151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H₂ price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€2/kg target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251960"/>
            <a:ext cx="9144000" cy="804672"/>
          </a:xfrm>
          <a:prstGeom prst="rect">
            <a:avLst/>
          </a:prstGeom>
          <a:solidFill>
            <a:srgbClr val="042E3A"/>
          </a:solidFill>
          <a:ln w="12700">
            <a:solidFill>
              <a:srgbClr val="042E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4251960"/>
            <a:ext cx="914400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" y="4325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€ 15B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91440" y="46360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private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committed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819656" y="4361688"/>
            <a:ext cx="18288" cy="594360"/>
          </a:xfrm>
          <a:prstGeom prst="rect">
            <a:avLst/>
          </a:prstGeom>
          <a:solidFill>
            <a:srgbClr val="054A5C"/>
          </a:solidFill>
          <a:ln w="12700">
            <a:solidFill>
              <a:srgbClr val="054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20240" y="4325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MW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1920240" y="46360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Electrolyzer capacity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48456" y="4361688"/>
            <a:ext cx="18288" cy="594360"/>
          </a:xfrm>
          <a:prstGeom prst="rect">
            <a:avLst/>
          </a:prstGeom>
          <a:solidFill>
            <a:srgbClr val="054A5C"/>
          </a:solidFill>
          <a:ln w="12700">
            <a:solidFill>
              <a:srgbClr val="054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49040" y="4325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Mt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3749040" y="46360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hydrogen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target 2030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77256" y="4361688"/>
            <a:ext cx="18288" cy="594360"/>
          </a:xfrm>
          <a:prstGeom prst="rect">
            <a:avLst/>
          </a:prstGeom>
          <a:solidFill>
            <a:srgbClr val="054A5C"/>
          </a:solidFill>
          <a:ln w="12700">
            <a:solidFill>
              <a:srgbClr val="054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77840" y="4325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 GW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577840" y="46360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Sea offshore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wind-to-H₂ capacity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06056" y="4361688"/>
            <a:ext cx="18288" cy="594360"/>
          </a:xfrm>
          <a:prstGeom prst="rect">
            <a:avLst/>
          </a:prstGeom>
          <a:solidFill>
            <a:srgbClr val="054A5C"/>
          </a:solidFill>
          <a:ln w="12700">
            <a:solidFill>
              <a:srgbClr val="054A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06640" y="4325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€2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7406640" y="46360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green H₂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D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kg by 2035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02920" y="50292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5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Ministry of Economic Affairs &amp; Climate Policy, National Hydrogen Programme (2023); IEA Netherlands Hydrogen Report (2024)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Dutch Hydrogen Strategy 2020–2035</dc:title>
  <dc:subject>PptxGenJS Presentation</dc:subject>
  <dc:creator>PptxGenJS</dc:creator>
  <cp:lastModifiedBy>PptxGenJS</cp:lastModifiedBy>
  <cp:revision>1</cp:revision>
  <dcterms:created xsi:type="dcterms:W3CDTF">2026-03-08T09:07:40Z</dcterms:created>
  <dcterms:modified xsi:type="dcterms:W3CDTF">2026-03-08T09:07:40Z</dcterms:modified>
</cp:coreProperties>
</file>