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1.1/ Blue and Green hydrogen are two low-carbon production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 of H2 with the highest future potential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35240" y="29260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35240" y="292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emissions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CO2 per kgH2 produced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95097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Low-carbon H2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52144"/>
          <a:ext cx="8412480" cy="2560320"/>
        </p:xfrm>
        <a:graphic>
          <a:graphicData uri="http://schemas.openxmlformats.org/drawingml/2006/table">
            <a:tbl>
              <a:tblPr/>
              <a:tblGrid>
                <a:gridCol w="1097280"/>
                <a:gridCol w="2423160"/>
                <a:gridCol w="2423160"/>
                <a:gridCol w="2468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Split¹ natural gas into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and CO2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to Grey but additionally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capture, potentially use, 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CO2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water into H2 and O2 in 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electrolyzer that is powered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renewables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 emissions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CO2/kgH2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CO2 stored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Assuming Green electricity mix²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complexity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scale, one-off facilities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Triple-digit mn EUR 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scale, one-off facilities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Triple-digit mn EUR 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Small-scale (5-10MW), replicable³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Single/double-digit mn EUR 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Expecting 50-70% reduction by 2030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EPC duration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years EPC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5-10+ years EPC duration,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contingent upon development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CO2 storage site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years EPC duration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link 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sector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37673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Process: Sulfur Removal, Synthesis Gas Production via Steam-Methane Reforming (SMR) or Auto-Thermal Reforming (ATR), CO Shift Reaction,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Purification. The latter is expected to offer higher efficiencies in combination with CCS. Grey hydrogen can also be produced from coal gasification.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Australia, producing hydrogen from electrolyzers on grid electricity would lead to emission intensity of ~40 kgCO2/kgH2.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Especially PEM electrolyzers can be largely pre-assembled, containerized, and stacked.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  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Hydrogen Production Comparison</dc:title>
  <dc:subject>PptxGenJS Presentation</dc:subject>
  <dc:creator>Skill-Forge</dc:creator>
  <cp:lastModifiedBy>Skill-Forge</cp:lastModifiedBy>
  <cp:revision>1</cp:revision>
  <dcterms:created xsi:type="dcterms:W3CDTF">2026-03-08T01:26:38Z</dcterms:created>
  <dcterms:modified xsi:type="dcterms:W3CDTF">2026-03-08T01:26:38Z</dcterms:modified>
</cp:coreProperties>
</file>