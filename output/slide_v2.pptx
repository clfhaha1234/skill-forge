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715000"/>
  <p:notesSz cx="5715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Netherlands aims to become Europe's green hydrogen hub, scaling from 500 MW to 3–4 GW by 2030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Dutch Hydrogen Strategy timeline and key capacity milestones, 2020–2035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0"/>
          </a:xfrm>
          <a:prstGeom prst="line">
            <a:avLst/>
          </a:prstGeom>
          <a:noFill/>
          <a:ln w="9525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651760"/>
            <a:ext cx="7315200" cy="0"/>
          </a:xfrm>
          <a:prstGeom prst="line">
            <a:avLst/>
          </a:prstGeom>
          <a:noFill/>
          <a:ln w="19050">
            <a:solidFill>
              <a:srgbClr val="0C23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86384" y="2523744"/>
            <a:ext cx="256032" cy="256032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7" name="Text 5"/>
          <p:cNvSpPr/>
          <p:nvPr/>
        </p:nvSpPr>
        <p:spPr>
          <a:xfrm>
            <a:off x="786384" y="2523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20040" y="17830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Hydrogen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published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249424" y="2523744"/>
            <a:ext cx="256032" cy="256032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10" name="Text 8"/>
          <p:cNvSpPr/>
          <p:nvPr/>
        </p:nvSpPr>
        <p:spPr>
          <a:xfrm>
            <a:off x="2249424" y="2523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1783080" y="2852928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REPowerEU plan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accelerates ambitions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712464" y="2523744"/>
            <a:ext cx="256032" cy="256032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13" name="Text 11"/>
          <p:cNvSpPr/>
          <p:nvPr/>
        </p:nvSpPr>
        <p:spPr>
          <a:xfrm>
            <a:off x="3712464" y="2523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3246120" y="17830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green H2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hubs operational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175504" y="2523744"/>
            <a:ext cx="256032" cy="256032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16" name="Text 14"/>
          <p:cNvSpPr/>
          <p:nvPr/>
        </p:nvSpPr>
        <p:spPr>
          <a:xfrm>
            <a:off x="5175504" y="2523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709160" y="2852928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HyNetwork backbone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live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638544" y="2523744"/>
            <a:ext cx="256032" cy="256032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19" name="Text 17"/>
          <p:cNvSpPr/>
          <p:nvPr/>
        </p:nvSpPr>
        <p:spPr>
          <a:xfrm>
            <a:off x="6638544" y="2523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172200" y="178308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Scale-up phase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8101584" y="2523744"/>
            <a:ext cx="256032" cy="256032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22" name="Text 20"/>
          <p:cNvSpPr/>
          <p:nvPr/>
        </p:nvSpPr>
        <p:spPr>
          <a:xfrm>
            <a:off x="8101584" y="252374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635240" y="2852928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hydrogen corridor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8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6616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43584"/>
                <a:gridCol w="1243584"/>
                <a:gridCol w="1243584"/>
                <a:gridCol w="1243584"/>
                <a:gridCol w="1243584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C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C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C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C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C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0C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Electrolyzer Capacity (GW)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6–8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 H₂ Cost (€/kg)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H₂ Production (kt/yr)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~400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~800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 anchor="ctr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Text 22"/>
          <p:cNvSpPr/>
          <p:nvPr/>
        </p:nvSpPr>
        <p:spPr>
          <a:xfrm>
            <a:off x="457200" y="484632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Capacity targets based on Dutch National Hydrogen Strategy and EU REPowerEU plan; cost projections are indicative estimates.</a:t>
            </a:r>
            <a:endParaRPr lang="en-US" sz="700" dirty="0"/>
          </a:p>
        </p:txBody>
      </p:sp>
      <p:sp>
        <p:nvSpPr>
          <p:cNvPr id="26" name="Shape 23"/>
          <p:cNvSpPr/>
          <p:nvPr/>
        </p:nvSpPr>
        <p:spPr>
          <a:xfrm>
            <a:off x="457200" y="6263640"/>
            <a:ext cx="8229600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57200" y="63093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Dutch Ministry of Economic Affairs; European Commission; McKinsey analysis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6400800" y="630936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McKinsey &amp; Company</a:t>
            </a:r>
            <a:pPr algn="r"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Dutch Hydrogen Strategy</dc:title>
  <dc:subject>PptxGenJS Presentation</dc:subject>
  <dc:creator>McKinsey &amp; Company</dc:creator>
  <cp:lastModifiedBy>McKinsey &amp; Company</cp:lastModifiedBy>
  <cp:revision>1</cp:revision>
  <dcterms:created xsi:type="dcterms:W3CDTF">2026-03-07T23:52:05Z</dcterms:created>
  <dcterms:modified xsi:type="dcterms:W3CDTF">2026-03-07T23:52:05Z</dcterms:modified>
</cp:coreProperties>
</file>