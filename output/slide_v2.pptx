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1.1/ Blue and Green hydrogen are two low-carbon production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 of H2 with the highest future potential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143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 H2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389888"/>
            <a:ext cx="685800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99032"/>
          <a:ext cx="8229600" cy="30175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Split¹ natural 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 H2 and CO2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to Grey but additionally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capture, potentially use, 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CO2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water into H2 and O2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electrolyzer that is powered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renewables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 emissions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(kg CO2/kgH2)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CO2 stored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Assuming Green electricity mix²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scale, one-off facilities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Requiring triple-digit million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CAPEX per facility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scale and one-off facilities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Requiring triple-digit mn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per facility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Small-scale (5-10MW) facilities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can be replicated, similar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utility-scale batteries³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Requiring single/double-digit 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CAPEX per facility, expecting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50-70% reduction until 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years EPC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5-10+ years EPC duration,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contingent upon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CO2 storage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years EPC 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link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622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Process: Sulfur Removal, Synthesis Gas Production via Steam-Methane Reforming (SMR) or Auto-Thermal Reforming (ATR), CO Shift Reaction,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Purification. The latter is expected to offer higher efficiencies in combination with CCS. Grey hydrogen can also be produced from coal gasification.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Australia, producing hydrogen from electrolyzers that run on grid electricity would lead to an emission intensity of ~40 kgCO2/kgH2.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Especially PEM electrolyzers can be largely pre-assembled, containerized, and stacked.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4892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 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Hydrogen Production Comparison</dc:title>
  <dc:subject>PptxGenJS Presentation</dc:subject>
  <dc:creator>Skill-Forge</dc:creator>
  <cp:lastModifiedBy>Skill-Forge</cp:lastModifiedBy>
  <cp:revision>1</cp:revision>
  <dcterms:created xsi:type="dcterms:W3CDTF">2026-03-08T01:04:37Z</dcterms:created>
  <dcterms:modified xsi:type="dcterms:W3CDTF">2026-03-08T01:04:37Z</dcterms:modified>
</cp:coreProperties>
</file>