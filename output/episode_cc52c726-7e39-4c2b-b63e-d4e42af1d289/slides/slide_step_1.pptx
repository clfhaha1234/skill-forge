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2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Netherlands targets 3–4 GW of electrolyser capacity by 2030 as hydrogen becomes the cornerstone of its industrial and energy transition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11277295" cy="228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61872"/>
          <a:ext cx="11277295" cy="4754880"/>
        </p:xfrm>
        <a:graphic>
          <a:graphicData uri="http://schemas.openxmlformats.org/drawingml/2006/table">
            <a:tbl>
              <a:tblPr/>
              <a:tblGrid>
                <a:gridCol w="1691640"/>
                <a:gridCol w="1591056"/>
                <a:gridCol w="1591056"/>
                <a:gridCol w="1591056"/>
                <a:gridCol w="1591056"/>
                <a:gridCol w="1591056"/>
                <a:gridCol w="1627632"/>
              </a:tblGrid>
              <a:tr h="67926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Theme / Milestone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2028E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2030E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2035E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0C4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&amp; Strategy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 Hydrogen Strategy published; govt commits to hydrogen economy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Climate Package: binding H₂ targets embedded in National Energy &amp; Climate 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Revised National H₂ Programme; H₂ hubs designated in Rotterdam, Groningen, Zeeland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Hydrogen Accelerator aligned; national import framework operational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EU &amp; Dutch H₂ regulatory framework active; carbon border adjustment in force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Netherlands as North-West European H₂ hub: export, transit &amp; industrial spine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0C4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Electrolyser Capacity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 MW installed (pilots)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~300 MW operational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90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MW (NL target)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 GW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90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3–4 GW (NL target)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~10–15 GW incl. North Sea offshore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4E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0C4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H₂ Cost (€/kg)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~€5.5–6.5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~€4.0–5.0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~€3.0–3.5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90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~€2.5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90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~€2.0 (cost parity threshold)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~€1.5 (incl. imports)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0C4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Rotterdam H₂ hub masterplan launched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HyWay27 backbone concept approved by Dutch parliament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Backbone Phase 1 construction begins; Port of Rotterdam H₂ import terminal FID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90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~2,000 km H₂ backbone operational (repurposed gas grid)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90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backbone complete; connected to EU Delta Corridor &amp; Germany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Trans-European H₂ network (TENN) integration; offshore H₂ islands linked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4E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0C4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&amp; Offtake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Fertiliser &amp; refining sectors as early industrial users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Steel, ammonia &amp; chemical clusters sign H₂ offtake agreements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 Mt/yr domestic demand; H₂ mobility corridors (heavy trucks, inland shipping)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90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Mt/yr; heavy industry mandated to substitute grey H₂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90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~1.5 Mt/yr domestic + 4 Mt/yr import capacity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~2+ Mt/yr domestic; NL becomes net H₂ re-exporter to EU partners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0C4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Funding &amp; Investment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€35M SDE++ pilot auctions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€750M H₂ innovation &amp; infrastructure fund; EU IPCEI-H2 inclusion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90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€2B+ committed via SDE++, InvestNL &amp; private co-investment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~€5B cumulative public + €8B private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90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~€15B total committed investment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~€30–50B total (NL share of EU 2035 H₂ ecosystem)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9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4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14476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Dutch Ministry of Economic Affairs &amp; Climate Policy (2020, 2022); European Commission Hydrogen Accelerator (2022); IEA Global Hydrogen Review (2023); BloombergNEF (2024)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&amp; Company    |    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Dutch Hydrogen Strategy 2020–2035</dc:title>
  <dc:subject>PptxGenJS Presentation</dc:subject>
  <dc:creator>PptxGenJS</dc:creator>
  <cp:lastModifiedBy>PptxGenJS</cp:lastModifiedBy>
  <cp:revision>1</cp:revision>
  <dcterms:created xsi:type="dcterms:W3CDTF">2026-03-08T08:03:39Z</dcterms:created>
  <dcterms:modified xsi:type="dcterms:W3CDTF">2026-03-08T08:03:39Z</dcterms:modified>
</cp:coreProperties>
</file>