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Netherlands targets 4 GW electrolyzer capacity by 2030, positioning Dutch industry as a global clean-hydrogen hub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11277295" cy="10973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280160"/>
                <a:gridCol w="1280160"/>
                <a:gridCol w="1280160"/>
                <a:gridCol w="1371600"/>
                <a:gridCol w="240761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Hydrogen Strategy launched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HyTransPort &amp; Rotterdam H₂ hub operational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capacity reaches 500 MW; H₂ backbone 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AA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GW electrolyzer capacity; national H₂ grid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AA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GW capacity; North Sea offshore H₂ production scales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C4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AA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2244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696212"/>
            <a:ext cx="11277295" cy="914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4185" y="4160520"/>
            <a:ext cx="3474720" cy="841248"/>
          </a:xfrm>
          <a:prstGeom prst="rect">
            <a:avLst/>
          </a:prstGeom>
          <a:solidFill>
            <a:srgbClr val="002B4E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1345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€10B+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73913" y="45811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investment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2020–2030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58945" y="4160520"/>
            <a:ext cx="3474720" cy="841248"/>
          </a:xfrm>
          <a:prstGeom prst="rect">
            <a:avLst/>
          </a:prstGeom>
          <a:solidFill>
            <a:srgbClr val="002B4E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96105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GW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468673" y="45811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Electrolyzer capacity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2030 (EU mandate)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53705" y="4160520"/>
            <a:ext cx="3474720" cy="841248"/>
          </a:xfrm>
          <a:prstGeom prst="rect">
            <a:avLst/>
          </a:prstGeom>
          <a:solidFill>
            <a:srgbClr val="002B4E"/>
          </a:solidFill>
          <a:ln w="9525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0865" y="4215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63433" y="45811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in green H₂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projected by 2030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5138928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    →  In Progress / Planned     —  Not Yet Started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594360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Ministry of Economic Affairs &amp; Climate Policy; IEA Hydrogen Report (2024); Hydrogen Europe; RVO Netherlands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686800" y="6492240"/>
            <a:ext cx="3047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|   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2026-03-08T08:09:48Z</dcterms:created>
  <dcterms:modified xsi:type="dcterms:W3CDTF">2026-03-08T08:09:48Z</dcterms:modified>
</cp:coreProperties>
</file>